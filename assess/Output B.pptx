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03048"/>
                </a:solidFill>
                <a:latin typeface="Aptos"/>
              </a:rPr>
              <a:t>Mediterranean Island Trip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76C"/>
                </a:solidFill>
                <a:latin typeface="Aptos"/>
              </a:rPr>
              <a:t>Five destinations, scored and compared — beaches, budgets, logistics, and when to 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070"/>
                </a:solidFill>
                <a:latin typeface="Aptos"/>
              </a:rPr>
              <a:t>TRIP PLANNING · SUMMER 2026</a:t>
            </a:r>
          </a:p>
        </p:txBody>
      </p:sp>
      <p:pic>
        <p:nvPicPr>
          <p:cNvPr id="6" name="Picture 5" descr="a_high_resolution_sunlit_coastal_landscape_phot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111556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03048"/>
                </a:solidFill>
                <a:latin typeface="Aptos"/>
              </a:rPr>
              <a:t>How we scored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76C"/>
                </a:solidFill>
                <a:latin typeface="Aptos"/>
              </a:rPr>
              <a:t>Every destination gets one to five stars on the five things that make or break a Mediterranean week.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C7070"/>
                </a:solidFill>
                <a:latin typeface="Aptos"/>
              </a:rPr>
              <a:t>Beach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8288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C7070"/>
                </a:solidFill>
                <a:latin typeface="Aptos"/>
              </a:rPr>
              <a:t>Value for money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8288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C7070"/>
                </a:solidFill>
                <a:latin typeface="Aptos"/>
              </a:rPr>
              <a:t>Getting there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18288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C7070"/>
                </a:solidFill>
                <a:latin typeface="Aptos"/>
              </a:rPr>
              <a:t>Food &amp; fun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18288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C7070"/>
                </a:solidFill>
                <a:latin typeface="Aptos"/>
              </a:rPr>
              <a:t>Family 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3048"/>
                </a:solidFill>
                <a:latin typeface="Aptos"/>
              </a:rPr>
              <a:t>THE FIVE CONTENDERS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3048"/>
                </a:solidFill>
                <a:latin typeface="Aptos"/>
              </a:rPr>
              <a:t>Sardinia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657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3048"/>
                </a:solidFill>
                <a:latin typeface="Aptos"/>
              </a:rPr>
              <a:t>Mallorca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3657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3048"/>
                </a:solidFill>
                <a:latin typeface="Aptos"/>
              </a:rPr>
              <a:t>Corfu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657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3048"/>
                </a:solidFill>
                <a:latin typeface="Aptos"/>
              </a:rPr>
              <a:t>Malta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3657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3048"/>
                </a:solidFill>
                <a:latin typeface="Aptos"/>
              </a:rPr>
              <a:t>Crete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3048"/>
                </a:solidFill>
                <a:latin typeface="Aptos"/>
              </a:rPr>
              <a:t>ALSO CONSIDERED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0749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3048"/>
                </a:solidFill>
                <a:latin typeface="Aptos"/>
              </a:rPr>
              <a:t>Cyprus, Sicily and Menorca — trimmed for heat, scale or overlap.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03048"/>
                </a:solidFill>
                <a:latin typeface="Aptos"/>
              </a:rPr>
              <a:t>Sardinia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76C"/>
                </a:solidFill>
                <a:latin typeface="Aptos"/>
              </a:rPr>
              <a:t>A beach-first road trip with spectacular coves and excellent food.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070"/>
                </a:solidFill>
                <a:latin typeface="Aptos"/>
              </a:rPr>
              <a:t>OPTION 01 · ITALY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Beach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8013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BB134"/>
                </a:solidFill>
                <a:latin typeface="Aptos"/>
              </a:rPr>
              <a:t>★★★★★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828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3048"/>
                </a:solidFill>
                <a:latin typeface="Aptos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505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Value for money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231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BB134"/>
                </a:solidFill>
                <a:latin typeface="Aptos"/>
              </a:rPr>
              <a:t>★★☆☆☆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505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3048"/>
                </a:solidFill>
                <a:latin typeface="Aptos"/>
              </a:rPr>
              <a:t>2.5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7238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Getting there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0449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BB134"/>
                </a:solidFill>
                <a:latin typeface="Aptos"/>
              </a:rPr>
              <a:t>★★★☆☆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07238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3048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9417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Food &amp; fun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666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BB134"/>
                </a:solidFill>
                <a:latin typeface="Aptos"/>
              </a:rPr>
              <a:t>★★★★☆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6941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3048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159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Family 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2885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BB134"/>
                </a:solidFill>
                <a:latin typeface="Aptos"/>
              </a:rPr>
              <a:t>★★★★☆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3159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3048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7373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3048"/>
                </a:solidFill>
                <a:latin typeface="Aptos"/>
              </a:rPr>
              <a:t>£3.8k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286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F676C"/>
                </a:solidFill>
                <a:latin typeface="Aptos"/>
              </a:rPr>
              <a:t>est. 7 nights, couple, mid-range, incl. flights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200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7070"/>
                </a:solidFill>
                <a:latin typeface="Aptos"/>
              </a:rPr>
              <a:t>Best beaches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200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7070"/>
                </a:solidFill>
                <a:latin typeface="Aptos"/>
              </a:rPr>
              <a:t>Road-trip feel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3200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7070"/>
                </a:solidFill>
                <a:latin typeface="Aptos"/>
              </a:rPr>
              <a:t>Great food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406908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3048"/>
                </a:solidFill>
                <a:latin typeface="Aptos"/>
              </a:rPr>
              <a:t>Car hire is close to essential, and peak-summer coastal stays are expensive.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03048"/>
                </a:solidFill>
                <a:latin typeface="Aptos"/>
              </a:rPr>
              <a:t>Mallorca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76C"/>
                </a:solidFill>
                <a:latin typeface="Aptos"/>
              </a:rPr>
              <a:t>The easiest all-rounder: beaches, Palma, mountains and plentiful direct flights.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070"/>
                </a:solidFill>
                <a:latin typeface="Aptos"/>
              </a:rPr>
              <a:t>OPTION 02 · SPAIN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Beach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8013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BB134"/>
                </a:solidFill>
                <a:latin typeface="Aptos"/>
              </a:rPr>
              <a:t>★★★★☆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828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3048"/>
                </a:solidFill>
                <a:latin typeface="Aptos"/>
              </a:rPr>
              <a:t>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505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Value for money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231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BB134"/>
                </a:solidFill>
                <a:latin typeface="Aptos"/>
              </a:rPr>
              <a:t>★★★★☆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505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3048"/>
                </a:solidFill>
                <a:latin typeface="Aptos"/>
              </a:rPr>
              <a:t>4.5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7238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Getting there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0449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BB134"/>
                </a:solidFill>
                <a:latin typeface="Aptos"/>
              </a:rPr>
              <a:t>★★★★☆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07238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3048"/>
                </a:solidFill>
                <a:latin typeface="Aptos"/>
              </a:rPr>
              <a:t>4.5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9417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Food &amp; fun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666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BB134"/>
                </a:solidFill>
                <a:latin typeface="Aptos"/>
              </a:rPr>
              <a:t>★★★★☆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6941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3048"/>
                </a:solidFill>
                <a:latin typeface="Aptos"/>
              </a:rPr>
              <a:t>4.5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159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Family 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2885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BB134"/>
                </a:solidFill>
                <a:latin typeface="Aptos"/>
              </a:rPr>
              <a:t>★★★★☆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3159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3048"/>
                </a:solidFill>
                <a:latin typeface="Aptos"/>
              </a:rPr>
              <a:t>4.5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7373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3048"/>
                </a:solidFill>
                <a:latin typeface="Aptos"/>
              </a:rPr>
              <a:t>£2.8k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286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F676C"/>
                </a:solidFill>
                <a:latin typeface="Aptos"/>
              </a:rPr>
              <a:t>est. 7 nights, couple, mid-range, incl. flights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200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7070"/>
                </a:solidFill>
                <a:latin typeface="Aptos"/>
              </a:rPr>
              <a:t>Direct flights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200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7070"/>
                </a:solidFill>
                <a:latin typeface="Aptos"/>
              </a:rPr>
              <a:t>Broad choice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3200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7070"/>
                </a:solidFill>
                <a:latin typeface="Aptos"/>
              </a:rPr>
              <a:t>Beach + city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406908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3048"/>
                </a:solidFill>
                <a:latin typeface="Aptos"/>
              </a:rPr>
              <a:t>Popular resorts get crowded in July–August; quieter coves often require a car.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03048"/>
                </a:solidFill>
                <a:latin typeface="Aptos"/>
              </a:rPr>
              <a:t>Corfu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76C"/>
                </a:solidFill>
                <a:latin typeface="Aptos"/>
              </a:rPr>
              <a:t>A compact, green island with relaxed beaches, tavernas and an easy old-town 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070"/>
                </a:solidFill>
                <a:latin typeface="Aptos"/>
              </a:rPr>
              <a:t>OPTION 03 · GREECE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Beach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8013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BB134"/>
                </a:solidFill>
                <a:latin typeface="Aptos"/>
              </a:rPr>
              <a:t>★★★★☆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828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3048"/>
                </a:solidFill>
                <a:latin typeface="Aptos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505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Value for money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231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BB134"/>
                </a:solidFill>
                <a:latin typeface="Aptos"/>
              </a:rPr>
              <a:t>★★★★★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505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3048"/>
                </a:solidFill>
                <a:latin typeface="Aptos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7238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Getting there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0449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BB134"/>
                </a:solidFill>
                <a:latin typeface="Aptos"/>
              </a:rPr>
              <a:t>★★★★☆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07238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3048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9417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Food &amp; fun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666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BB134"/>
                </a:solidFill>
                <a:latin typeface="Aptos"/>
              </a:rPr>
              <a:t>★★★★☆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6941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3048"/>
                </a:solidFill>
                <a:latin typeface="Aptos"/>
              </a:rPr>
              <a:t>3.5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159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Family 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2885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BB134"/>
                </a:solidFill>
                <a:latin typeface="Aptos"/>
              </a:rPr>
              <a:t>★★★★☆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3159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3048"/>
                </a:solidFill>
                <a:latin typeface="Aptos"/>
              </a:rPr>
              <a:t>4.5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7373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3048"/>
                </a:solidFill>
                <a:latin typeface="Aptos"/>
              </a:rPr>
              <a:t>£2.2k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286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F676C"/>
                </a:solidFill>
                <a:latin typeface="Aptos"/>
              </a:rPr>
              <a:t>est. 7 nights, couple, mid-range, incl. flights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200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7070"/>
                </a:solidFill>
                <a:latin typeface="Aptos"/>
              </a:rPr>
              <a:t>Budget winner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200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7070"/>
                </a:solidFill>
                <a:latin typeface="Aptos"/>
              </a:rPr>
              <a:t>Compact island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3200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7070"/>
                </a:solidFill>
                <a:latin typeface="Aptos"/>
              </a:rPr>
              <a:t>Old-town charm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406908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3048"/>
                </a:solidFill>
                <a:latin typeface="Aptos"/>
              </a:rPr>
              <a:t>Beach quality is strong rather than exceptional, and nightlife varies sharply by resort.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03048"/>
                </a:solidFill>
                <a:latin typeface="Aptos"/>
              </a:rPr>
              <a:t>Malta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76C"/>
                </a:solidFill>
                <a:latin typeface="Aptos"/>
              </a:rPr>
              <a:t>The easiest culture-and-coast option, with excellent transport and plenty beyond the beach.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070"/>
                </a:solidFill>
                <a:latin typeface="Aptos"/>
              </a:rPr>
              <a:t>OPTION 04 · MALTA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Beach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8013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BB134"/>
                </a:solidFill>
                <a:latin typeface="Aptos"/>
              </a:rPr>
              <a:t>★★★★☆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828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3048"/>
                </a:solidFill>
                <a:latin typeface="Aptos"/>
              </a:rPr>
              <a:t>3.5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505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Value for money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231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BB134"/>
                </a:solidFill>
                <a:latin typeface="Aptos"/>
              </a:rPr>
              <a:t>★★★★☆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505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3048"/>
                </a:solidFill>
                <a:latin typeface="Aptos"/>
              </a:rPr>
              <a:t>3.5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7238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Getting there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0449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BB134"/>
                </a:solidFill>
                <a:latin typeface="Aptos"/>
              </a:rPr>
              <a:t>★★★★★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07238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3048"/>
                </a:solidFill>
                <a:latin typeface="Apto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9417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Food &amp; fun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666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BB134"/>
                </a:solidFill>
                <a:latin typeface="Aptos"/>
              </a:rPr>
              <a:t>★★★★☆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6941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3048"/>
                </a:solidFill>
                <a:latin typeface="Aptos"/>
              </a:rPr>
              <a:t>4.5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159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Family 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2885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BB134"/>
                </a:solidFill>
                <a:latin typeface="Aptos"/>
              </a:rPr>
              <a:t>★★★★☆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3159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3048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7373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3048"/>
                </a:solidFill>
                <a:latin typeface="Aptos"/>
              </a:rPr>
              <a:t>£2.6k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286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F676C"/>
                </a:solidFill>
                <a:latin typeface="Aptos"/>
              </a:rPr>
              <a:t>est. 7 nights, couple, mid-range, incl. flights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200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7070"/>
                </a:solidFill>
                <a:latin typeface="Aptos"/>
              </a:rPr>
              <a:t>Easy logistics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200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7070"/>
                </a:solidFill>
                <a:latin typeface="Aptos"/>
              </a:rPr>
              <a:t>Food scene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3200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7070"/>
                </a:solidFill>
                <a:latin typeface="Aptos"/>
              </a:rPr>
              <a:t>History + sea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406908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3048"/>
                </a:solidFill>
                <a:latin typeface="Aptos"/>
              </a:rPr>
              <a:t>Fewer classic sandy beaches than the Greek, Spanish and Italian options.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03048"/>
                </a:solidFill>
                <a:latin typeface="Aptos"/>
              </a:rPr>
              <a:t>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76C"/>
                </a:solidFill>
                <a:latin typeface="Aptos"/>
              </a:rPr>
              <a:t>Big-island variety: strong beaches, food, history and enough depth for a full week.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070"/>
                </a:solidFill>
                <a:latin typeface="Aptos"/>
              </a:rPr>
              <a:t>OPTION 05 · GREECE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Beach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8013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BB134"/>
                </a:solidFill>
                <a:latin typeface="Aptos"/>
              </a:rPr>
              <a:t>★★★★☆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828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3048"/>
                </a:solidFill>
                <a:latin typeface="Aptos"/>
              </a:rPr>
              <a:t>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505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Value for money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231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BB134"/>
                </a:solidFill>
                <a:latin typeface="Aptos"/>
              </a:rPr>
              <a:t>★★★★☆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505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3048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7238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Getting there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0449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BB134"/>
                </a:solidFill>
                <a:latin typeface="Aptos"/>
              </a:rPr>
              <a:t>★★★★☆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07238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3048"/>
                </a:solidFill>
                <a:latin typeface="Aptos"/>
              </a:rPr>
              <a:t>3.5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9417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Food &amp; fun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666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BB134"/>
                </a:solidFill>
                <a:latin typeface="Aptos"/>
              </a:rPr>
              <a:t>★★★★☆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6941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3048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159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Family 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2885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BB134"/>
                </a:solidFill>
                <a:latin typeface="Aptos"/>
              </a:rPr>
              <a:t>★★★★☆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3159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3048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7373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3048"/>
                </a:solidFill>
                <a:latin typeface="Aptos"/>
              </a:rPr>
              <a:t>£3.1k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286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F676C"/>
                </a:solidFill>
                <a:latin typeface="Aptos"/>
              </a:rPr>
              <a:t>est. 7 nights, couple, mid-range, incl. flights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200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7070"/>
                </a:solidFill>
                <a:latin typeface="Aptos"/>
              </a:rPr>
              <a:t>Beach variety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200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7070"/>
                </a:solidFill>
                <a:latin typeface="Aptos"/>
              </a:rPr>
              <a:t>Food + culture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3200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7070"/>
                </a:solidFill>
                <a:latin typeface="Aptos"/>
              </a:rPr>
              <a:t>Good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406908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3048"/>
                </a:solidFill>
                <a:latin typeface="Aptos"/>
              </a:rPr>
              <a:t>Distances are long; trying to cover too much of the island weakens the trip.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03048"/>
                </a:solidFill>
                <a:latin typeface="Aptos"/>
              </a:rPr>
              <a:t>Head to 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76C"/>
                </a:solidFill>
                <a:latin typeface="Aptos"/>
              </a:rPr>
              <a:t>All five contenders, all five criteria — gold is good.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15087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7070"/>
                </a:solidFill>
                <a:latin typeface="Aptos"/>
              </a:rPr>
              <a:t>Beach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087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7070"/>
                </a:solidFill>
                <a:latin typeface="Aptos"/>
              </a:rPr>
              <a:t>Value for money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5087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7070"/>
                </a:solidFill>
                <a:latin typeface="Aptos"/>
              </a:rPr>
              <a:t>Getting there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5087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7070"/>
                </a:solidFill>
                <a:latin typeface="Aptos"/>
              </a:rPr>
              <a:t>Food &amp; fun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15087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7070"/>
                </a:solidFill>
                <a:latin typeface="Aptos"/>
              </a:rPr>
              <a:t>Family 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3048"/>
                </a:solidFill>
                <a:latin typeface="Aptos"/>
              </a:rPr>
              <a:t>Sardinia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057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B134"/>
                </a:solidFill>
                <a:latin typeface="Aptos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057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B134"/>
                </a:solidFill>
                <a:latin typeface="Aptos"/>
              </a:rPr>
              <a:t>2.5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057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B134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057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B134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057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B134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20574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3048"/>
                </a:solidFill>
                <a:latin typeface="Aptos"/>
              </a:rPr>
              <a:t>£3.8k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770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3048"/>
                </a:solidFill>
                <a:latin typeface="Aptos"/>
              </a:rPr>
              <a:t>Mallorca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7706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B134"/>
                </a:solidFill>
                <a:latin typeface="Aptos"/>
              </a:rPr>
              <a:t>4.5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7706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B134"/>
                </a:solidFill>
                <a:latin typeface="Aptos"/>
              </a:rPr>
              <a:t>4.5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7706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B134"/>
                </a:solidFill>
                <a:latin typeface="Aptos"/>
              </a:rPr>
              <a:t>4.5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7706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B134"/>
                </a:solidFill>
                <a:latin typeface="Aptos"/>
              </a:rPr>
              <a:t>4.5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7706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B134"/>
                </a:solidFill>
                <a:latin typeface="Aptos"/>
              </a:rPr>
              <a:t>4.5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27706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3048"/>
                </a:solidFill>
                <a:latin typeface="Aptos"/>
              </a:rPr>
              <a:t>£2.8k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4838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3048"/>
                </a:solidFill>
                <a:latin typeface="Aptos"/>
              </a:rPr>
              <a:t>Corfu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48386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B134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48386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B134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48386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B134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348386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B134"/>
                </a:solidFill>
                <a:latin typeface="Aptos"/>
              </a:rPr>
              <a:t>3.5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48386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B134"/>
                </a:solidFill>
                <a:latin typeface="Aptos"/>
              </a:rPr>
              <a:t>4.5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348386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3048"/>
                </a:solidFill>
                <a:latin typeface="Aptos"/>
              </a:rPr>
              <a:t>£2.2k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1970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3048"/>
                </a:solidFill>
                <a:latin typeface="Aptos"/>
              </a:rPr>
              <a:t>Malta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41970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B134"/>
                </a:solidFill>
                <a:latin typeface="Aptos"/>
              </a:rPr>
              <a:t>3.5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41970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B134"/>
                </a:solidFill>
                <a:latin typeface="Aptos"/>
              </a:rPr>
              <a:t>3.5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41970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B134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41970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B134"/>
                </a:solidFill>
                <a:latin typeface="Aptos"/>
              </a:rPr>
              <a:t>4.5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1970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B134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41970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3048"/>
                </a:solidFill>
                <a:latin typeface="Aptos"/>
              </a:rPr>
              <a:t>£2.6k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9103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3048"/>
                </a:solidFill>
                <a:latin typeface="Aptos"/>
              </a:rPr>
              <a:t>Crete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4910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B134"/>
                </a:solidFill>
                <a:latin typeface="Aptos"/>
              </a:rPr>
              <a:t>4.5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4910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B134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4910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B134"/>
                </a:solidFill>
                <a:latin typeface="Aptos"/>
              </a:rPr>
              <a:t>3.5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4910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B134"/>
                </a:solidFill>
                <a:latin typeface="Aptos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4910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B134"/>
                </a:solidFill>
                <a:latin typeface="Aptos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49103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3048"/>
                </a:solidFill>
                <a:latin typeface="Aptos"/>
              </a:rPr>
              <a:t>£3.1k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03048"/>
                </a:solidFill>
                <a:latin typeface="Aptos"/>
              </a:rPr>
              <a:t>What a week really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76C"/>
                </a:solidFill>
                <a:latin typeface="Aptos"/>
              </a:rPr>
              <a:t>Estimated all-in cost — 7 nights, two people, mid-range.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Sardinia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554480"/>
            <a:ext cx="6254496" cy="320040"/>
          </a:xfrm>
          <a:prstGeom prst="rect">
            <a:avLst/>
          </a:prstGeom>
          <a:solidFill>
            <a:srgbClr val="EB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0" y="1554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£3.8k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Crete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2331720"/>
            <a:ext cx="5102352" cy="320040"/>
          </a:xfrm>
          <a:prstGeom prst="rect">
            <a:avLst/>
          </a:prstGeom>
          <a:solidFill>
            <a:srgbClr val="EB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331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£3.1k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Mallorca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3108960"/>
            <a:ext cx="4608576" cy="320040"/>
          </a:xfrm>
          <a:prstGeom prst="rect">
            <a:avLst/>
          </a:prstGeom>
          <a:solidFill>
            <a:srgbClr val="EB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3108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£2.8k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Malta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3886200"/>
            <a:ext cx="4279392" cy="320040"/>
          </a:xfrm>
          <a:prstGeom prst="rect">
            <a:avLst/>
          </a:prstGeom>
          <a:solidFill>
            <a:srgbClr val="EB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3886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£2.6k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Corfu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4663440"/>
            <a:ext cx="3621024" cy="320040"/>
          </a:xfrm>
          <a:prstGeom prst="rect">
            <a:avLst/>
          </a:prstGeom>
          <a:solidFill>
            <a:srgbClr val="EB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4663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£2.2k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623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7070"/>
                </a:solidFill>
                <a:latin typeface="Aptos"/>
              </a:rPr>
              <a:t>2x spread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623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3048"/>
                </a:solidFill>
                <a:latin typeface="Aptos"/>
              </a:rPr>
              <a:t>Sardinia costs roughly twice a Corfu week.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03048"/>
                </a:solidFill>
                <a:latin typeface="Aptos"/>
              </a:rPr>
              <a:t>When to go — and what to dodge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76C"/>
                </a:solidFill>
                <a:latin typeface="Aptos"/>
              </a:rPr>
              <a:t>Mediterranean summer is mostly a trade-off between heat, crowds and price.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BB134"/>
                </a:solidFill>
                <a:latin typeface="Aptos"/>
              </a:rPr>
              <a:t>JUNE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3048"/>
                </a:solidFill>
                <a:latin typeface="Aptos"/>
              </a:rPr>
              <a:t>BOOK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146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3048"/>
                </a:solidFill>
                <a:latin typeface="Aptos"/>
              </a:rPr>
              <a:t>Warm seas, long days and lower prices before school-holiday peaks.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023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7070"/>
                </a:solidFill>
                <a:latin typeface="Aptos"/>
              </a:rPr>
              <a:t>Crowds: MEDIUM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554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BB134"/>
                </a:solidFill>
                <a:latin typeface="Aptos"/>
              </a:rPr>
              <a:t>JULY–AUG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3048"/>
                </a:solidFill>
                <a:latin typeface="Aptos"/>
              </a:rPr>
              <a:t>PEAK EVERYTHING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5146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3048"/>
                </a:solidFill>
                <a:latin typeface="Aptos"/>
              </a:rPr>
              <a:t>Hottest weather, busiest beaches and the highest accommodation rates.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4023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7070"/>
                </a:solidFill>
                <a:latin typeface="Aptos"/>
              </a:rPr>
              <a:t>Crowds: PEAK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554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BB134"/>
                </a:solidFill>
                <a:latin typeface="Aptos"/>
              </a:rPr>
              <a:t>SEPT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3048"/>
                </a:solidFill>
                <a:latin typeface="Aptos"/>
              </a:rPr>
              <a:t>SHOULDER GOLD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5146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3048"/>
                </a:solidFill>
                <a:latin typeface="Aptos"/>
              </a:rPr>
              <a:t>Warm water remains, while crowds and hotel rates generally ease.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4023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7070"/>
                </a:solidFill>
                <a:latin typeface="Aptos"/>
              </a:rPr>
              <a:t>Crowds: LOWER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Mallorca &amp; Corfu: strongest for easy one-week trips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5120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Sardinia: best if you are happy to drive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3048"/>
                </a:solidFill>
                <a:latin typeface="Aptos"/>
              </a:rPr>
              <a:t>Crete: avoid over-planning long cross-island days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03048"/>
                </a:solidFill>
                <a:latin typeface="Aptos"/>
              </a:rPr>
              <a:t>Where the stars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76C"/>
                </a:solidFill>
                <a:latin typeface="Aptos"/>
              </a:rPr>
              <a:t>The 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BB134"/>
                </a:solidFill>
                <a:latin typeface="Aptos"/>
              </a:rPr>
              <a:t>BEST OVERALL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03048"/>
                </a:solidFill>
                <a:latin typeface="Aptos"/>
              </a:rPr>
              <a:t>Mallorca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3048"/>
                </a:solidFill>
                <a:latin typeface="Aptos"/>
              </a:rPr>
              <a:t>4.5★ balance across beaches, access, food and flexibility.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6459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BB134"/>
                </a:solidFill>
                <a:latin typeface="Aptos"/>
              </a:rPr>
              <a:t>BEST SPLURGE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057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03048"/>
                </a:solidFill>
                <a:latin typeface="Aptos"/>
              </a:rPr>
              <a:t>Sardinia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6517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3048"/>
                </a:solidFill>
                <a:latin typeface="Aptos"/>
              </a:rPr>
              <a:t>If the budget stretches, the strongest beach scenery of the five.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16459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BB134"/>
                </a:solidFill>
                <a:latin typeface="Aptos"/>
              </a:rPr>
              <a:t>BEST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057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03048"/>
                </a:solidFill>
                <a:latin typeface="Aptos"/>
              </a:rPr>
              <a:t>Corfu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6517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3048"/>
                </a:solidFill>
                <a:latin typeface="Aptos"/>
              </a:rPr>
              <a:t>A relaxed island week with the lowest planning estimate.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006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7070"/>
                </a:solidFill>
                <a:latin typeface="Aptos"/>
              </a:rPr>
              <a:t>Next step: price June and September Mallorca dates, then compare a Palma + beach split against a single-resort stay.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