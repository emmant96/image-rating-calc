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inEWCu9PH+Dp8uZCfl0wSY4MOl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_bright_sunlit_tropical_beach_scene_in_a_wide_an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502920" y="42062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OPTIONS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02920" y="47091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PRACTICAL SHORTLIST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02920" y="5349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Mediterranean island options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02920" y="57150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concise shortlist for a 6-night summer escape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_serene_tropical_beach_at_golden_hour_sunset_wi.png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94944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7315200" y="594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7315200" y="100584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Mallorca is the balanced choice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7315200" y="1965960"/>
            <a:ext cx="402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Best overall for a 6-night trip: beaches, food, and low travel fricti</a:t>
            </a:r>
            <a:r>
              <a:rPr lang="en-US" sz="1700">
                <a:solidFill>
                  <a:srgbClr val="103048"/>
                </a:solidFill>
              </a:rPr>
              <a:t>on.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7315200" y="29718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★★★★☆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7315200" y="3337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4.5 / 5  WEIGHTED SCORE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7315200" y="3977639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£2.4–3.4k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9418320" y="3977639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4–6h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502920" y="411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ILLUSTRATIVE PLANNING CASE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502920" y="7315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The planning case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502920" y="132588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6 nights • 2 adults • London-area departure</a:t>
            </a:r>
            <a:br>
              <a:rPr b="0" i="0" lang="en-US" sz="15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June • £2.5k–3.5k target • not live quotes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502920" y="27432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Beach quality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502920" y="31546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2788920" y="27432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Ease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2788920" y="31546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5074920" y="27432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Total cost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5074920" y="31546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7360920" y="27432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Experiences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7360920" y="31546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9646920" y="27432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Flexibility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9646920" y="31546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502920" y="3657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WEIGHTED SHORTLIST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502920" y="713232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Shortlist at a glance</a:t>
            </a:r>
            <a:endParaRPr/>
          </a:p>
        </p:txBody>
      </p:sp>
      <p:pic>
        <p:nvPicPr>
          <p:cNvPr descr="a_wide_ultra_realistic_tropical_beach_seascape_in.png"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828800"/>
            <a:ext cx="342900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/>
        </p:nvSpPr>
        <p:spPr>
          <a:xfrm>
            <a:off x="502920" y="35204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Mallorca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1234440" y="38862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★★★★☆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502920" y="425196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4.5 / 5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502920" y="466344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Balanced mix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502920" y="507492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£2.4–3.4k • 4–6h</a:t>
            </a:r>
            <a:endParaRPr/>
          </a:p>
        </p:txBody>
      </p:sp>
      <p:pic>
        <p:nvPicPr>
          <p:cNvPr descr="a_high_resolution_sunlit_coastal_landscape_photog.png" id="132" name="Google Shape;13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0" y="1828800"/>
            <a:ext cx="342900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4389120" y="35204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Sardinia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5120640" y="38862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★★★★☆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4389120" y="425196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4.2 / 5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4389120" y="466344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Pure beach + scenery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4389120" y="507492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£3.0–4.3k • 5–7h</a:t>
            </a:r>
            <a:endParaRPr/>
          </a:p>
        </p:txBody>
      </p:sp>
      <p:pic>
        <p:nvPicPr>
          <p:cNvPr descr="a_top_down_sunlit_flat_lay_composition_on_pale_f.png" id="138" name="Google Shape;13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5320" y="1828800"/>
            <a:ext cx="342900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 txBox="1"/>
          <p:nvPr/>
        </p:nvSpPr>
        <p:spPr>
          <a:xfrm>
            <a:off x="8275320" y="35204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Crete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9006840" y="38862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★★★★☆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8275320" y="425196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4.1 / 5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8275320" y="466344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Food + variety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8275320" y="507492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£2.6–3.8k • 5–7h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_wide_ultra_realistic_tropical_beach_seascape_in.png"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94944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 txBox="1"/>
          <p:nvPr/>
        </p:nvSpPr>
        <p:spPr>
          <a:xfrm>
            <a:off x="7315200" y="5029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OPTION 1 • BEST OVERALL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7315200" y="86868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Mallorca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7315200" y="1463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£2.4–3.4k total • 4–6h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7315200" y="1874519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Beach + food with the least friction.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7315200" y="25603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★★★★☆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9235440" y="26060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4.5 / 5 OVERALL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7315200" y="32461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WHY IT WINS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7315200" y="3566160"/>
            <a:ext cx="4206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Direct-flight choice with broad beach variety and Palma for dining/culture.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7315200" y="45720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WATCH-OUTS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7315200" y="489204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Peak summer crowds. A car helps if you want the quieter coves.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_high_resolution_sunlit_coastal_landscape_photog.png" id="163" name="Google Shape;1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94944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 txBox="1"/>
          <p:nvPr/>
        </p:nvSpPr>
        <p:spPr>
          <a:xfrm>
            <a:off x="7315200" y="5029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OPTION 2 • BEACH-FIRST SPLURGE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7315200" y="86868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Sardinia</a:t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7315200" y="1463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£3.0–4.3k total • 5–7h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7315200" y="1874519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The strongest beach scenery of the three.</a:t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7315200" y="25603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★★★★☆</a:t>
            </a:r>
            <a:endParaRPr/>
          </a:p>
        </p:txBody>
      </p:sp>
      <p:sp>
        <p:nvSpPr>
          <p:cNvPr id="169" name="Google Shape;169;p6"/>
          <p:cNvSpPr txBox="1"/>
          <p:nvPr/>
        </p:nvSpPr>
        <p:spPr>
          <a:xfrm>
            <a:off x="9235440" y="26060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4.2 / 5 OVERALL</a:t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7315200" y="32461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WHY IT WINS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7315200" y="3566160"/>
            <a:ext cx="4206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Clear-water coves, dramatic coastline and excellent food.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7315200" y="45720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WATCH-OUTS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7315200" y="489204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Higher cost and more driving to reach the best beaches.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_bright_tropical_coastal_bay_wide_angle_beach_sc.png" id="178" name="Google Shape;1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94944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 txBox="1"/>
          <p:nvPr/>
        </p:nvSpPr>
        <p:spPr>
          <a:xfrm>
            <a:off x="7315200" y="5029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OPTION 3 • VARIETY VALUE PLAY</a:t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7315200" y="86868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Crete</a:t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7315200" y="1463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£2.6–3.8k total • 5–7h</a:t>
            </a:r>
            <a:endParaRPr/>
          </a:p>
        </p:txBody>
      </p:sp>
      <p:sp>
        <p:nvSpPr>
          <p:cNvPr id="182" name="Google Shape;182;p7"/>
          <p:cNvSpPr txBox="1"/>
          <p:nvPr/>
        </p:nvSpPr>
        <p:spPr>
          <a:xfrm>
            <a:off x="7315200" y="1874519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Food, beaches and history in one trip.</a:t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7315200" y="25603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★★★★☆</a:t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9235440" y="26060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4.1 / 5 OVERALL</a:t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7315200" y="32461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WHY IT WINS</a:t>
            </a:r>
            <a:endParaRPr/>
          </a:p>
        </p:txBody>
      </p:sp>
      <p:sp>
        <p:nvSpPr>
          <p:cNvPr id="186" name="Google Shape;186;p7"/>
          <p:cNvSpPr txBox="1"/>
          <p:nvPr/>
        </p:nvSpPr>
        <p:spPr>
          <a:xfrm>
            <a:off x="7315200" y="3566160"/>
            <a:ext cx="4206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Strong value with plenty to do beyond the shoreline.</a:t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7315200" y="45720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WATCH-OUTS</a:t>
            </a:r>
            <a:endParaRPr/>
          </a:p>
        </p:txBody>
      </p:sp>
      <p:sp>
        <p:nvSpPr>
          <p:cNvPr id="188" name="Google Shape;188;p7"/>
          <p:cNvSpPr txBox="1"/>
          <p:nvPr/>
        </p:nvSpPr>
        <p:spPr>
          <a:xfrm>
            <a:off x="7315200" y="489204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Large island: transfers and day trips can become time-consuming.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_bright_sunlit_coastal_old_town_street_scene_vi.png" id="193" name="Google Shape;19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94944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 txBox="1"/>
          <p:nvPr/>
        </p:nvSpPr>
        <p:spPr>
          <a:xfrm>
            <a:off x="7315200" y="6400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BB134"/>
                </a:solidFill>
                <a:latin typeface="Arial"/>
                <a:ea typeface="Arial"/>
                <a:cs typeface="Arial"/>
                <a:sym typeface="Arial"/>
              </a:rPr>
              <a:t>NEXT STEP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7315200" y="105156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Book Mallorca if your priority is balance</a:t>
            </a:r>
            <a:endParaRPr/>
          </a:p>
        </p:txBody>
      </p:sp>
      <p:sp>
        <p:nvSpPr>
          <p:cNvPr id="196" name="Google Shape;196;p8"/>
          <p:cNvSpPr txBox="1"/>
          <p:nvPr/>
        </p:nvSpPr>
        <p:spPr>
          <a:xfrm>
            <a:off x="7315200" y="2377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1. Lock dates</a:t>
            </a:r>
            <a:endParaRPr/>
          </a:p>
        </p:txBody>
      </p:sp>
      <p:sp>
        <p:nvSpPr>
          <p:cNvPr id="197" name="Google Shape;197;p8"/>
          <p:cNvSpPr txBox="1"/>
          <p:nvPr/>
        </p:nvSpPr>
        <p:spPr>
          <a:xfrm>
            <a:off x="9144000" y="237744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Compare midweek departures and one flexible return.</a:t>
            </a:r>
            <a:endParaRPr/>
          </a:p>
        </p:txBody>
      </p:sp>
      <p:sp>
        <p:nvSpPr>
          <p:cNvPr id="198" name="Google Shape;198;p8"/>
          <p:cNvSpPr txBox="1"/>
          <p:nvPr/>
        </p:nvSpPr>
        <p:spPr>
          <a:xfrm>
            <a:off x="7315200" y="3520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2. Choose a base</a:t>
            </a:r>
            <a:endParaRPr/>
          </a:p>
        </p:txBody>
      </p:sp>
      <p:sp>
        <p:nvSpPr>
          <p:cNvPr id="199" name="Google Shape;199;p8"/>
          <p:cNvSpPr txBox="1"/>
          <p:nvPr/>
        </p:nvSpPr>
        <p:spPr>
          <a:xfrm>
            <a:off x="9144000" y="352044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Palma plus one beach-focused stay.</a:t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7315200" y="4663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3. Price the bundle</a:t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9144000" y="466344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03048"/>
                </a:solidFill>
                <a:latin typeface="Arial"/>
                <a:ea typeface="Arial"/>
                <a:cs typeface="Arial"/>
                <a:sym typeface="Arial"/>
              </a:rPr>
              <a:t>Flights, lodging, transport and two paid activities.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